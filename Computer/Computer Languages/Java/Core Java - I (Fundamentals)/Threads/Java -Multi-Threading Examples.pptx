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1" roundtripDataSignature="AMtx7mjjU1OuCUnpJKnAIw1fv35DJOTf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6559e53702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6559e5370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6559e53702_0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6559e5370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6559e53702_0_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6559e5370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6559e53702_0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6559e5370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6559e53702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6559e5370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6559e53702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6559e5370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7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17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1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17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8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8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18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p19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9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19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19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2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2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21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2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2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" name="Google Shape;42;p2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2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23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23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23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2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24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25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2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25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2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26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26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26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1406250" y="560950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public class FirstRunnable {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	public static void main(String[] args) {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		Runnable runnable = () -&gt; {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			System.out.println("I am running in " + Thread.currentThread().getName());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		};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		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		Thread t = new Thread(runnable);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		t.setName("My thread");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		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		t.start();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		// t.run(); // NO NO NO!!!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	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solidFill>
                  <a:schemeClr val="dk1"/>
                </a:solidFill>
              </a:rPr>
              <a:t>}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6559e53702_0_12"/>
          <p:cNvSpPr txBox="1"/>
          <p:nvPr>
            <p:ph type="ctrTitle"/>
          </p:nvPr>
        </p:nvSpPr>
        <p:spPr>
          <a:xfrm>
            <a:off x="245650" y="218375"/>
            <a:ext cx="8507100" cy="46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public class LongWrapper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private Object key = new Object();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private long l;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public LongWrapper(long l)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this.l = l;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public long getValue()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synchronized (key)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	return l;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public void increment()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l = l + 1;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</a:t>
            </a:r>
            <a:r>
              <a:rPr lang="en" sz="1200">
                <a:solidFill>
                  <a:srgbClr val="0000FF"/>
                </a:solidFill>
              </a:rPr>
              <a:t>public void increment() {</a:t>
            </a:r>
            <a:endParaRPr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rgbClr val="0000FF"/>
                </a:solidFill>
              </a:rPr>
              <a:t>		synchronized (key) {</a:t>
            </a:r>
            <a:endParaRPr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rgbClr val="0000FF"/>
                </a:solidFill>
              </a:rPr>
              <a:t>			l = l + 1;</a:t>
            </a:r>
            <a:endParaRPr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rgbClr val="0000FF"/>
                </a:solidFill>
              </a:rPr>
              <a:t>		}</a:t>
            </a:r>
            <a:endParaRPr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rgbClr val="0000FF"/>
                </a:solidFill>
              </a:rPr>
              <a:t>	}</a:t>
            </a:r>
            <a:endParaRPr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6559e53702_0_7"/>
          <p:cNvSpPr txBox="1"/>
          <p:nvPr>
            <p:ph type="ctrTitle"/>
          </p:nvPr>
        </p:nvSpPr>
        <p:spPr>
          <a:xfrm>
            <a:off x="214350" y="151500"/>
            <a:ext cx="8456400" cy="4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class RaceCondition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public static void main(String[] args) throws InterruptedException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LongWrapper longWrapper = new LongWrapper(0L);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Runnable r = () -&gt;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	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	for (int i = 0 ; i &lt; 1_000 ; i++)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		longWrapper.increment();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	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};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Thread[] threads = new Thread[1_000];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for (int i = 0 ; i &lt; threads.length ; i++)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	threads[i] = new Thread(r);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	threads[i].start();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for (int i = 0 ; i &lt; threads.length ; i++)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	threads[i].join();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System.out.println("Value = " + longWrapper.getValue());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}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6559e53702_0_17"/>
          <p:cNvSpPr txBox="1"/>
          <p:nvPr>
            <p:ph type="ctrTitle"/>
          </p:nvPr>
        </p:nvSpPr>
        <p:spPr>
          <a:xfrm>
            <a:off x="245650" y="218375"/>
            <a:ext cx="8507100" cy="46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public class DeadLock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private Object key1 = new Object();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private Object key2 = new Object();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public void a()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synchronized (key1)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	System.out.println("[" + Thread.currentThread().getName() + "] I am in a()");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	b();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public void b()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synchronized (key2)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	System.out.println("[" + Thread.currentThread().getName() + "] I am in b()");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	c();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public void c()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synchronized (key1)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	System.out.println("[" + Thread.currentThread().getName() + "] I am in c()");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	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	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559e53702_0_1"/>
          <p:cNvSpPr txBox="1"/>
          <p:nvPr>
            <p:ph type="ctrTitle"/>
          </p:nvPr>
        </p:nvSpPr>
        <p:spPr>
          <a:xfrm>
            <a:off x="454925" y="560950"/>
            <a:ext cx="8124900" cy="4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public class TestDeadLock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	public static void main(String[] args) throws InterruptedException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		DeadLock a = new DeadLock();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		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		Runnable r1 = () -&gt; a.a();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		Runnable r2 = () -&gt; a.b();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		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		Thread t1 = new Thread(r1);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		t1.start();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		Thread t2 = new Thread(r2);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		t2.start();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		t1.join();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		t2.join();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	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}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6559e53702_0_22"/>
          <p:cNvSpPr txBox="1"/>
          <p:nvPr>
            <p:ph type="ctrTitle"/>
          </p:nvPr>
        </p:nvSpPr>
        <p:spPr>
          <a:xfrm>
            <a:off x="163775" y="136475"/>
            <a:ext cx="5450100" cy="49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public class ProducerConsumer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	private static Object lock = new Object();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	private static int[] buffer;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	private static int count;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	static class Producer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		void produce()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			synchronized (lock)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				if (isFull(buffer))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					try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						lock.wait();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					} catch (InterruptedException e)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						e.printStackTrace();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					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				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				buffer[count++] = 1;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				lock.notify();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			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		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	}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98" name="Google Shape;98;g6559e53702_0_22"/>
          <p:cNvSpPr txBox="1"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class Consumer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void consume()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synchronized (lock)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if (isEmpty(buffer))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try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lock.wait();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} catch (InterruptedException e)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e.printStackTrace();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buffer[--count] = 0;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lock.notify();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static boolean isEmpty(int[] buffer)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return count == 0;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static boolean isFull(int[] buffer)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return count == buffer.length;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6559e53702_0_30"/>
          <p:cNvSpPr txBox="1"/>
          <p:nvPr/>
        </p:nvSpPr>
        <p:spPr>
          <a:xfrm>
            <a:off x="118275" y="0"/>
            <a:ext cx="90258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public static void main(String... strings) throws InterruptedException {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buffer = new int[10];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count = 0;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Producer producer = new Producer();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Consumer consumer = new Consumer();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Runnable produceTask = () -&gt; {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	for (int i = 0 ; i &lt; 50 ; i++) {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		producer.produce();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	}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	System.out.println("Done producing");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};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Runnable consumeTask = () -&gt; {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	for (int i = 0 ; i &lt; 45 ; i++) {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		consumer.consume();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	}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	System.out.println("Done consuming");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};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Thread consumerThread = new Thread(consumeTask);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Thread producerThread = new Thread(produceTask);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consumerThread.start();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producerThread.start();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consumerThread.join();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producerThread.join();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	System.out.println("Data in the buffer: " + count);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}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}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